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46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00"/>
          </a:xfrm>
          <a:prstGeom prst="rect">
            <a:avLst/>
          </a:prstGeom>
          <a:solidFill>
            <a:srgbClr val="0E5F66"/>
          </a:solidFill>
          <a:ln w="12700">
            <a:solidFill>
              <a:srgbClr val="0E5F6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274320"/>
            <a:ext cx="164592" cy="164592"/>
          </a:xfrm>
          <a:prstGeom prst="ellipse">
            <a:avLst/>
          </a:prstGeom>
          <a:solidFill>
            <a:srgbClr val="1A8A95">
              <a:alpha val="70000"/>
            </a:srgbClr>
          </a:solidFill>
          <a:ln w="12700">
            <a:solidFill>
              <a:srgbClr val="1A8A9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321040" y="502920"/>
            <a:ext cx="109728" cy="109728"/>
          </a:xfrm>
          <a:prstGeom prst="ellipse">
            <a:avLst/>
          </a:prstGeom>
          <a:solidFill>
            <a:srgbClr val="1A8A95">
              <a:alpha val="50000"/>
            </a:srgbClr>
          </a:solidFill>
          <a:ln w="12700">
            <a:solidFill>
              <a:srgbClr val="1A8A9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92440" y="822960"/>
            <a:ext cx="73152" cy="73152"/>
          </a:xfrm>
          <a:prstGeom prst="ellipse">
            <a:avLst/>
          </a:prstGeom>
          <a:solidFill>
            <a:srgbClr val="1A8A95">
              <a:alpha val="40000"/>
            </a:srgbClr>
          </a:solidFill>
          <a:ln w="12700">
            <a:solidFill>
              <a:srgbClr val="1A8A95"/>
            </a:solidFill>
            <a:prstDash val="solid"/>
          </a:ln>
        </p:spPr>
      </p:sp>
      <p:pic>
        <p:nvPicPr>
          <p:cNvPr id="6" name="Image 0" descr="/sessions/fervent-lucid-curie/mnt/person_task/catfish/branding/logo-mark-12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914400"/>
            <a:ext cx="1463040" cy="1463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560320" y="868680"/>
            <a:ext cx="5943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FAF1E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鲶鱼</a:t>
            </a:r>
            <a:endParaRPr lang="en-US" sz="7200" dirty="0"/>
          </a:p>
        </p:txBody>
      </p:sp>
      <p:sp>
        <p:nvSpPr>
          <p:cNvPr id="8" name="Text 5"/>
          <p:cNvSpPr/>
          <p:nvPr/>
        </p:nvSpPr>
        <p:spPr>
          <a:xfrm>
            <a:off x="2560320" y="182880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i="1" spc="400" kern="0" dirty="0">
                <a:solidFill>
                  <a:srgbClr val="1A8A9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Catfish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560320" y="2542032"/>
            <a:ext cx="128016" cy="128016"/>
          </a:xfrm>
          <a:prstGeom prst="ellipse">
            <a:avLst/>
          </a:prstGeom>
          <a:solidFill>
            <a:srgbClr val="F47B3D"/>
          </a:solidFill>
          <a:ln w="12700">
            <a:solidFill>
              <a:srgbClr val="F47B3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788920" y="2395728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AF1E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企业级 AI 助理 · Companion for SOE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731520" y="352044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E8DCC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贴近员工 · </a:t>
            </a:r>
            <a:pPr algn="l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FAF1E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本机算力</a:t>
            </a:r>
            <a:pPr algn="l"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E8DCC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，</a:t>
            </a:r>
            <a:endParaRPr lang="en-US" sz="16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E8DCC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听懂业务 · </a:t>
            </a:r>
            <a:pPr algn="l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FAF1E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公文 / 报表 / 审批</a:t>
            </a:r>
            <a:pPr algn="l"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E8DCC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，</a:t>
            </a:r>
            <a:endParaRPr lang="en-US" sz="16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E8DCC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全程留痕 · </a:t>
            </a:r>
            <a:pPr algn="l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FAF1E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审计合规</a:t>
            </a:r>
            <a:pPr algn="l"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E8DCC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。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858000" y="4709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8DCC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v0.1.0 · 2026.05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57200" y="4709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E8DCC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Catfish · Enterprise AI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Catfish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鲶鱼 Companion · 企业级 AI 助理</dc:title>
  <dc:subject>PptxGenJS Presentation</dc:subject>
  <dc:creator>鲶鱼 Catfish</dc:creator>
  <cp:lastModifiedBy>鲶鱼 Catfish</cp:lastModifiedBy>
  <cp:revision>1</cp:revision>
  <dcterms:created xsi:type="dcterms:W3CDTF">2026-05-03T03:11:24Z</dcterms:created>
  <dcterms:modified xsi:type="dcterms:W3CDTF">2026-05-03T03:11:24Z</dcterms:modified>
</cp:coreProperties>
</file>